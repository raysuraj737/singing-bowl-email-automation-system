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Singing Bowls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Traditional Himalayan Sound Healing Instruments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Singing Bowls?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Singing bowls are handcrafted metal bowls used for:</a:t>
            </a:r>
          </a:p>
          <a:p>
            <a:r>
              <a:t>Meditation and mindfulness</a:t>
            </a:r>
          </a:p>
          <a:p>
            <a:r>
              <a:t>Sound healing therapy</a:t>
            </a:r>
          </a:p>
          <a:p>
            <a:r>
              <a:t>Yoga practices</a:t>
            </a:r>
          </a:p>
          <a:p>
            <a:r>
              <a:t>Relaxation and stress relief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Singing Bowls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Features:</a:t>
            </a:r>
          </a:p>
          <a:p>
            <a:r>
              <a:t>Handmade using traditional techniques</a:t>
            </a:r>
          </a:p>
          <a:p>
            <a:r>
              <a:t>Rich and calming sound vibrations</a:t>
            </a:r>
          </a:p>
          <a:p>
            <a:r>
              <a:t>Available in different sizes and designs</a:t>
            </a:r>
          </a:p>
          <a:p>
            <a:r>
              <a:t>Suitable for wellness centres and spiritual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Uses:</a:t>
            </a:r>
          </a:p>
          <a:p>
            <a:r>
              <a:t>Meditation sessions</a:t>
            </a:r>
          </a:p>
          <a:p>
            <a:r>
              <a:t>Therapeutic sound healing</a:t>
            </a:r>
          </a:p>
          <a:p>
            <a:r>
              <a:t>Yoga studios</a:t>
            </a:r>
          </a:p>
          <a:p>
            <a:r>
              <a:t>Home décor and gifting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interest in Singing Bowls.</a:t>
            </a:r>
          </a:p>
          <a:p>
            <a:r>
              <a:t>For business enquiries and export opportunities, please contact 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